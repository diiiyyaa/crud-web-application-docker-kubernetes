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4630400" cy="8229600"/>
  <p:notesSz cx="8229600" cy="14630400"/>
  <p:embeddedFontLst>
    <p:embeddedFont>
      <p:font typeface="Mukta Light" panose="020B0604020202020204" charset="0"/>
      <p:regular r:id="rId12"/>
    </p:embeddedFont>
    <p:embeddedFont>
      <p:font typeface="Prompt Light" panose="00000400000000000000" pitchFamily="2" charset="-34"/>
      <p:regular r:id="rId13"/>
      <p:italic r:id="rId14"/>
    </p:embeddedFont>
    <p:embeddedFont>
      <p:font typeface="Prompt Medium" panose="00000600000000000000" pitchFamily="2" charset="-3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8AA8D9-C023-4CA7-AB13-448A0DD7108E}" v="6" dt="2026-02-24T08:51:19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yadiwakar411@gmail.com" userId="8a15a5550317b01c" providerId="LiveId" clId="{1BEEFC13-185C-4951-8DC7-B5E4E6279985}"/>
    <pc:docChg chg="custSel delSld modSld modMainMaster">
      <pc:chgData name="diyadiwakar411@gmail.com" userId="8a15a5550317b01c" providerId="LiveId" clId="{1BEEFC13-185C-4951-8DC7-B5E4E6279985}" dt="2026-02-25T03:15:37.187" v="237" actId="2696"/>
      <pc:docMkLst>
        <pc:docMk/>
      </pc:docMkLst>
      <pc:sldChg chg="modSp mod">
        <pc:chgData name="diyadiwakar411@gmail.com" userId="8a15a5550317b01c" providerId="LiveId" clId="{1BEEFC13-185C-4951-8DC7-B5E4E6279985}" dt="2026-02-24T08:44:34.008" v="111" actId="1076"/>
        <pc:sldMkLst>
          <pc:docMk/>
          <pc:sldMk cId="0" sldId="256"/>
        </pc:sldMkLst>
        <pc:spChg chg="mod">
          <ac:chgData name="diyadiwakar411@gmail.com" userId="8a15a5550317b01c" providerId="LiveId" clId="{1BEEFC13-185C-4951-8DC7-B5E4E6279985}" dt="2026-02-24T08:43:03.533" v="35" actId="113"/>
          <ac:spMkLst>
            <pc:docMk/>
            <pc:sldMk cId="0" sldId="256"/>
            <ac:spMk id="3" creationId="{00000000-0000-0000-0000-000000000000}"/>
          </ac:spMkLst>
        </pc:spChg>
        <pc:spChg chg="mod">
          <ac:chgData name="diyadiwakar411@gmail.com" userId="8a15a5550317b01c" providerId="LiveId" clId="{1BEEFC13-185C-4951-8DC7-B5E4E6279985}" dt="2026-02-24T08:44:34.008" v="111" actId="1076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diyadiwakar411@gmail.com" userId="8a15a5550317b01c" providerId="LiveId" clId="{1BEEFC13-185C-4951-8DC7-B5E4E6279985}" dt="2026-02-24T08:45:26.026" v="117" actId="255"/>
        <pc:sldMkLst>
          <pc:docMk/>
          <pc:sldMk cId="0" sldId="257"/>
        </pc:sldMkLst>
        <pc:spChg chg="mod">
          <ac:chgData name="diyadiwakar411@gmail.com" userId="8a15a5550317b01c" providerId="LiveId" clId="{1BEEFC13-185C-4951-8DC7-B5E4E6279985}" dt="2026-02-24T08:45:01.755" v="116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diyadiwakar411@gmail.com" userId="8a15a5550317b01c" providerId="LiveId" clId="{1BEEFC13-185C-4951-8DC7-B5E4E6279985}" dt="2026-02-24T08:45:26.026" v="117" actId="255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diyadiwakar411@gmail.com" userId="8a15a5550317b01c" providerId="LiveId" clId="{1BEEFC13-185C-4951-8DC7-B5E4E6279985}" dt="2026-02-24T08:47:16.532" v="132" actId="1076"/>
        <pc:sldMkLst>
          <pc:docMk/>
          <pc:sldMk cId="0" sldId="258"/>
        </pc:sldMkLst>
        <pc:spChg chg="mod">
          <ac:chgData name="diyadiwakar411@gmail.com" userId="8a15a5550317b01c" providerId="LiveId" clId="{1BEEFC13-185C-4951-8DC7-B5E4E6279985}" dt="2026-02-24T08:47:09.211" v="131" actId="113"/>
          <ac:spMkLst>
            <pc:docMk/>
            <pc:sldMk cId="0" sldId="258"/>
            <ac:spMk id="3" creationId="{00000000-0000-0000-0000-000000000000}"/>
          </ac:spMkLst>
        </pc:spChg>
        <pc:spChg chg="mod">
          <ac:chgData name="diyadiwakar411@gmail.com" userId="8a15a5550317b01c" providerId="LiveId" clId="{1BEEFC13-185C-4951-8DC7-B5E4E6279985}" dt="2026-02-24T08:47:16.532" v="132" actId="1076"/>
          <ac:spMkLst>
            <pc:docMk/>
            <pc:sldMk cId="0" sldId="258"/>
            <ac:spMk id="4" creationId="{00000000-0000-0000-0000-000000000000}"/>
          </ac:spMkLst>
        </pc:spChg>
        <pc:picChg chg="mod">
          <ac:chgData name="diyadiwakar411@gmail.com" userId="8a15a5550317b01c" providerId="LiveId" clId="{1BEEFC13-185C-4951-8DC7-B5E4E6279985}" dt="2026-02-24T08:46:36.363" v="126" actId="1076"/>
          <ac:picMkLst>
            <pc:docMk/>
            <pc:sldMk cId="0" sldId="258"/>
            <ac:picMk id="2" creationId="{00000000-0000-0000-0000-000000000000}"/>
          </ac:picMkLst>
        </pc:picChg>
      </pc:sldChg>
      <pc:sldChg chg="modSp mod">
        <pc:chgData name="diyadiwakar411@gmail.com" userId="8a15a5550317b01c" providerId="LiveId" clId="{1BEEFC13-185C-4951-8DC7-B5E4E6279985}" dt="2026-02-24T08:48:39.676" v="143" actId="1076"/>
        <pc:sldMkLst>
          <pc:docMk/>
          <pc:sldMk cId="0" sldId="261"/>
        </pc:sldMkLst>
        <pc:spChg chg="mod">
          <ac:chgData name="diyadiwakar411@gmail.com" userId="8a15a5550317b01c" providerId="LiveId" clId="{1BEEFC13-185C-4951-8DC7-B5E4E6279985}" dt="2026-02-24T08:48:35.581" v="142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diyadiwakar411@gmail.com" userId="8a15a5550317b01c" providerId="LiveId" clId="{1BEEFC13-185C-4951-8DC7-B5E4E6279985}" dt="2026-02-24T08:48:39.676" v="143" actId="1076"/>
          <ac:spMkLst>
            <pc:docMk/>
            <pc:sldMk cId="0" sldId="261"/>
            <ac:spMk id="4" creationId="{00000000-0000-0000-0000-000000000000}"/>
          </ac:spMkLst>
        </pc:spChg>
        <pc:picChg chg="mod">
          <ac:chgData name="diyadiwakar411@gmail.com" userId="8a15a5550317b01c" providerId="LiveId" clId="{1BEEFC13-185C-4951-8DC7-B5E4E6279985}" dt="2026-02-24T08:47:57.381" v="135" actId="14100"/>
          <ac:picMkLst>
            <pc:docMk/>
            <pc:sldMk cId="0" sldId="261"/>
            <ac:picMk id="2" creationId="{00000000-0000-0000-0000-000000000000}"/>
          </ac:picMkLst>
        </pc:picChg>
      </pc:sldChg>
      <pc:sldChg chg="modSp mod">
        <pc:chgData name="diyadiwakar411@gmail.com" userId="8a15a5550317b01c" providerId="LiveId" clId="{1BEEFC13-185C-4951-8DC7-B5E4E6279985}" dt="2026-02-24T08:48:54.421" v="147"/>
        <pc:sldMkLst>
          <pc:docMk/>
          <pc:sldMk cId="0" sldId="262"/>
        </pc:sldMkLst>
        <pc:spChg chg="mod">
          <ac:chgData name="diyadiwakar411@gmail.com" userId="8a15a5550317b01c" providerId="LiveId" clId="{1BEEFC13-185C-4951-8DC7-B5E4E6279985}" dt="2026-02-24T08:48:54.421" v="147"/>
          <ac:spMkLst>
            <pc:docMk/>
            <pc:sldMk cId="0" sldId="262"/>
            <ac:spMk id="2" creationId="{00000000-0000-0000-0000-000000000000}"/>
          </ac:spMkLst>
        </pc:spChg>
      </pc:sldChg>
      <pc:sldChg chg="modSp del mod">
        <pc:chgData name="diyadiwakar411@gmail.com" userId="8a15a5550317b01c" providerId="LiveId" clId="{1BEEFC13-185C-4951-8DC7-B5E4E6279985}" dt="2026-02-25T03:15:37.187" v="237" actId="2696"/>
        <pc:sldMkLst>
          <pc:docMk/>
          <pc:sldMk cId="0" sldId="263"/>
        </pc:sldMkLst>
        <pc:picChg chg="mod">
          <ac:chgData name="diyadiwakar411@gmail.com" userId="8a15a5550317b01c" providerId="LiveId" clId="{1BEEFC13-185C-4951-8DC7-B5E4E6279985}" dt="2026-02-24T08:50:36.441" v="164" actId="14100"/>
          <ac:picMkLst>
            <pc:docMk/>
            <pc:sldMk cId="0" sldId="263"/>
            <ac:picMk id="2" creationId="{00000000-0000-0000-0000-000000000000}"/>
          </ac:picMkLst>
        </pc:picChg>
      </pc:sldChg>
      <pc:sldChg chg="addSp delSp modSp mod">
        <pc:chgData name="diyadiwakar411@gmail.com" userId="8a15a5550317b01c" providerId="LiveId" clId="{1BEEFC13-185C-4951-8DC7-B5E4E6279985}" dt="2026-02-24T09:02:01.934" v="226" actId="14100"/>
        <pc:sldMkLst>
          <pc:docMk/>
          <pc:sldMk cId="0" sldId="264"/>
        </pc:sldMkLst>
        <pc:spChg chg="mod">
          <ac:chgData name="diyadiwakar411@gmail.com" userId="8a15a5550317b01c" providerId="LiveId" clId="{1BEEFC13-185C-4951-8DC7-B5E4E6279985}" dt="2026-02-24T09:00:36.382" v="212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diyadiwakar411@gmail.com" userId="8a15a5550317b01c" providerId="LiveId" clId="{1BEEFC13-185C-4951-8DC7-B5E4E6279985}" dt="2026-02-24T08:59:15.960" v="200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diyadiwakar411@gmail.com" userId="8a15a5550317b01c" providerId="LiveId" clId="{1BEEFC13-185C-4951-8DC7-B5E4E6279985}" dt="2026-02-24T08:59:23.071" v="201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diyadiwakar411@gmail.com" userId="8a15a5550317b01c" providerId="LiveId" clId="{1BEEFC13-185C-4951-8DC7-B5E4E6279985}" dt="2026-02-24T08:59:51.717" v="206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diyadiwakar411@gmail.com" userId="8a15a5550317b01c" providerId="LiveId" clId="{1BEEFC13-185C-4951-8DC7-B5E4E6279985}" dt="2026-02-24T08:59:58.631" v="207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diyadiwakar411@gmail.com" userId="8a15a5550317b01c" providerId="LiveId" clId="{1BEEFC13-185C-4951-8DC7-B5E4E6279985}" dt="2026-02-24T09:01:12.477" v="217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diyadiwakar411@gmail.com" userId="8a15a5550317b01c" providerId="LiveId" clId="{1BEEFC13-185C-4951-8DC7-B5E4E6279985}" dt="2026-02-24T09:01:19.950" v="218" actId="1076"/>
          <ac:spMkLst>
            <pc:docMk/>
            <pc:sldMk cId="0" sldId="264"/>
            <ac:spMk id="11" creationId="{00000000-0000-0000-0000-000000000000}"/>
          </ac:spMkLst>
        </pc:spChg>
        <pc:picChg chg="mod">
          <ac:chgData name="diyadiwakar411@gmail.com" userId="8a15a5550317b01c" providerId="LiveId" clId="{1BEEFC13-185C-4951-8DC7-B5E4E6279985}" dt="2026-02-24T08:59:10.590" v="199" actId="1076"/>
          <ac:picMkLst>
            <pc:docMk/>
            <pc:sldMk cId="0" sldId="264"/>
            <ac:picMk id="3" creationId="{00000000-0000-0000-0000-000000000000}"/>
          </ac:picMkLst>
        </pc:picChg>
        <pc:picChg chg="mod">
          <ac:chgData name="diyadiwakar411@gmail.com" userId="8a15a5550317b01c" providerId="LiveId" clId="{1BEEFC13-185C-4951-8DC7-B5E4E6279985}" dt="2026-02-24T08:59:32.966" v="204" actId="1076"/>
          <ac:picMkLst>
            <pc:docMk/>
            <pc:sldMk cId="0" sldId="264"/>
            <ac:picMk id="6" creationId="{00000000-0000-0000-0000-000000000000}"/>
          </ac:picMkLst>
        </pc:picChg>
        <pc:picChg chg="mod">
          <ac:chgData name="diyadiwakar411@gmail.com" userId="8a15a5550317b01c" providerId="LiveId" clId="{1BEEFC13-185C-4951-8DC7-B5E4E6279985}" dt="2026-02-24T09:00:08.001" v="209" actId="1076"/>
          <ac:picMkLst>
            <pc:docMk/>
            <pc:sldMk cId="0" sldId="264"/>
            <ac:picMk id="9" creationId="{00000000-0000-0000-0000-000000000000}"/>
          </ac:picMkLst>
        </pc:picChg>
        <pc:picChg chg="add del mod">
          <ac:chgData name="diyadiwakar411@gmail.com" userId="8a15a5550317b01c" providerId="LiveId" clId="{1BEEFC13-185C-4951-8DC7-B5E4E6279985}" dt="2026-02-24T08:54:57.620" v="191" actId="21"/>
          <ac:picMkLst>
            <pc:docMk/>
            <pc:sldMk cId="0" sldId="264"/>
            <ac:picMk id="13" creationId="{EE2863AD-01A7-D83F-C78E-F389513574E9}"/>
          </ac:picMkLst>
        </pc:picChg>
        <pc:picChg chg="add mod">
          <ac:chgData name="diyadiwakar411@gmail.com" userId="8a15a5550317b01c" providerId="LiveId" clId="{1BEEFC13-185C-4951-8DC7-B5E4E6279985}" dt="2026-02-24T09:02:01.934" v="226" actId="14100"/>
          <ac:picMkLst>
            <pc:docMk/>
            <pc:sldMk cId="0" sldId="264"/>
            <ac:picMk id="15" creationId="{215D86E7-B9B7-8680-075F-A4CB000CE3E5}"/>
          </ac:picMkLst>
        </pc:picChg>
      </pc:sldChg>
      <pc:sldMasterChg chg="modSldLayout">
        <pc:chgData name="diyadiwakar411@gmail.com" userId="8a15a5550317b01c" providerId="LiveId" clId="{1BEEFC13-185C-4951-8DC7-B5E4E6279985}" dt="2026-02-24T09:03:29.358" v="236" actId="21"/>
        <pc:sldMasterMkLst>
          <pc:docMk/>
          <pc:sldMasterMk cId="0" sldId="2147483648"/>
        </pc:sldMasterMkLst>
        <pc:sldLayoutChg chg="delSp mod">
          <pc:chgData name="diyadiwakar411@gmail.com" userId="8a15a5550317b01c" providerId="LiveId" clId="{1BEEFC13-185C-4951-8DC7-B5E4E6279985}" dt="2026-02-24T09:03:29.358" v="236" actId="21"/>
          <pc:sldLayoutMkLst>
            <pc:docMk/>
            <pc:sldMasterMk cId="0" sldId="2147483648"/>
            <pc:sldLayoutMk cId="0" sldId="2147483650"/>
          </pc:sldLayoutMkLst>
          <pc:picChg chg="del">
            <ac:chgData name="diyadiwakar411@gmail.com" userId="8a15a5550317b01c" providerId="LiveId" clId="{1BEEFC13-185C-4951-8DC7-B5E4E6279985}" dt="2026-02-24T09:03:29.358" v="236" actId="21"/>
            <ac:picMkLst>
              <pc:docMk/>
              <pc:sldMasterMk cId="0" sldId="2147483648"/>
              <pc:sldLayoutMk cId="0" sldId="2147483650"/>
              <ac:picMk id="4" creationId="{00000000-0000-0000-0000-000000000000}"/>
            </ac:picMkLst>
          </pc:picChg>
        </pc:sldLayoutChg>
        <pc:sldLayoutChg chg="delSp mod">
          <pc:chgData name="diyadiwakar411@gmail.com" userId="8a15a5550317b01c" providerId="LiveId" clId="{1BEEFC13-185C-4951-8DC7-B5E4E6279985}" dt="2026-02-24T09:03:23.671" v="235" actId="21"/>
          <pc:sldLayoutMkLst>
            <pc:docMk/>
            <pc:sldMasterMk cId="0" sldId="2147483648"/>
            <pc:sldLayoutMk cId="0" sldId="2147483651"/>
          </pc:sldLayoutMkLst>
          <pc:picChg chg="del">
            <ac:chgData name="diyadiwakar411@gmail.com" userId="8a15a5550317b01c" providerId="LiveId" clId="{1BEEFC13-185C-4951-8DC7-B5E4E6279985}" dt="2026-02-24T09:03:23.671" v="235" actId="21"/>
            <ac:picMkLst>
              <pc:docMk/>
              <pc:sldMasterMk cId="0" sldId="2147483648"/>
              <pc:sldLayoutMk cId="0" sldId="2147483651"/>
              <ac:picMk id="4" creationId="{00000000-0000-0000-0000-000000000000}"/>
            </ac:picMkLst>
          </pc:picChg>
        </pc:sldLayoutChg>
        <pc:sldLayoutChg chg="delSp mod">
          <pc:chgData name="diyadiwakar411@gmail.com" userId="8a15a5550317b01c" providerId="LiveId" clId="{1BEEFC13-185C-4951-8DC7-B5E4E6279985}" dt="2026-02-24T09:03:19.626" v="234" actId="21"/>
          <pc:sldLayoutMkLst>
            <pc:docMk/>
            <pc:sldMasterMk cId="0" sldId="2147483648"/>
            <pc:sldLayoutMk cId="0" sldId="2147483652"/>
          </pc:sldLayoutMkLst>
          <pc:picChg chg="del">
            <ac:chgData name="diyadiwakar411@gmail.com" userId="8a15a5550317b01c" providerId="LiveId" clId="{1BEEFC13-185C-4951-8DC7-B5E4E6279985}" dt="2026-02-24T09:03:19.626" v="234" actId="21"/>
            <ac:picMkLst>
              <pc:docMk/>
              <pc:sldMasterMk cId="0" sldId="2147483648"/>
              <pc:sldLayoutMk cId="0" sldId="2147483652"/>
              <ac:picMk id="4" creationId="{00000000-0000-0000-0000-000000000000}"/>
            </ac:picMkLst>
          </pc:picChg>
        </pc:sldLayoutChg>
        <pc:sldLayoutChg chg="delSp mod">
          <pc:chgData name="diyadiwakar411@gmail.com" userId="8a15a5550317b01c" providerId="LiveId" clId="{1BEEFC13-185C-4951-8DC7-B5E4E6279985}" dt="2026-02-24T09:03:14.874" v="233" actId="21"/>
          <pc:sldLayoutMkLst>
            <pc:docMk/>
            <pc:sldMasterMk cId="0" sldId="2147483648"/>
            <pc:sldLayoutMk cId="0" sldId="2147483653"/>
          </pc:sldLayoutMkLst>
          <pc:picChg chg="del">
            <ac:chgData name="diyadiwakar411@gmail.com" userId="8a15a5550317b01c" providerId="LiveId" clId="{1BEEFC13-185C-4951-8DC7-B5E4E6279985}" dt="2026-02-24T09:03:14.874" v="233" actId="21"/>
            <ac:picMkLst>
              <pc:docMk/>
              <pc:sldMasterMk cId="0" sldId="2147483648"/>
              <pc:sldLayoutMk cId="0" sldId="2147483653"/>
              <ac:picMk id="4" creationId="{00000000-0000-0000-0000-000000000000}"/>
            </ac:picMkLst>
          </pc:picChg>
        </pc:sldLayoutChg>
        <pc:sldLayoutChg chg="delSp mod">
          <pc:chgData name="diyadiwakar411@gmail.com" userId="8a15a5550317b01c" providerId="LiveId" clId="{1BEEFC13-185C-4951-8DC7-B5E4E6279985}" dt="2026-02-24T09:03:09.891" v="232" actId="21"/>
          <pc:sldLayoutMkLst>
            <pc:docMk/>
            <pc:sldMasterMk cId="0" sldId="2147483648"/>
            <pc:sldLayoutMk cId="0" sldId="2147483654"/>
          </pc:sldLayoutMkLst>
          <pc:picChg chg="del">
            <ac:chgData name="diyadiwakar411@gmail.com" userId="8a15a5550317b01c" providerId="LiveId" clId="{1BEEFC13-185C-4951-8DC7-B5E4E6279985}" dt="2026-02-24T09:03:09.891" v="232" actId="21"/>
            <ac:picMkLst>
              <pc:docMk/>
              <pc:sldMasterMk cId="0" sldId="2147483648"/>
              <pc:sldLayoutMk cId="0" sldId="2147483654"/>
              <ac:picMk id="4" creationId="{00000000-0000-0000-0000-000000000000}"/>
            </ac:picMkLst>
          </pc:picChg>
        </pc:sldLayoutChg>
        <pc:sldLayoutChg chg="delSp mod">
          <pc:chgData name="diyadiwakar411@gmail.com" userId="8a15a5550317b01c" providerId="LiveId" clId="{1BEEFC13-185C-4951-8DC7-B5E4E6279985}" dt="2026-02-24T09:02:49.738" v="231" actId="21"/>
          <pc:sldLayoutMkLst>
            <pc:docMk/>
            <pc:sldMasterMk cId="0" sldId="2147483648"/>
            <pc:sldLayoutMk cId="0" sldId="2147483655"/>
          </pc:sldLayoutMkLst>
          <pc:picChg chg="del">
            <ac:chgData name="diyadiwakar411@gmail.com" userId="8a15a5550317b01c" providerId="LiveId" clId="{1BEEFC13-185C-4951-8DC7-B5E4E6279985}" dt="2026-02-24T09:02:49.738" v="231" actId="21"/>
            <ac:picMkLst>
              <pc:docMk/>
              <pc:sldMasterMk cId="0" sldId="2147483648"/>
              <pc:sldLayoutMk cId="0" sldId="2147483655"/>
              <ac:picMk id="4" creationId="{00000000-0000-0000-0000-000000000000}"/>
            </ac:picMkLst>
          </pc:picChg>
        </pc:sldLayoutChg>
        <pc:sldLayoutChg chg="delSp mod">
          <pc:chgData name="diyadiwakar411@gmail.com" userId="8a15a5550317b01c" providerId="LiveId" clId="{1BEEFC13-185C-4951-8DC7-B5E4E6279985}" dt="2026-02-24T09:02:45.732" v="230" actId="21"/>
          <pc:sldLayoutMkLst>
            <pc:docMk/>
            <pc:sldMasterMk cId="0" sldId="2147483648"/>
            <pc:sldLayoutMk cId="0" sldId="2147483656"/>
          </pc:sldLayoutMkLst>
          <pc:picChg chg="del">
            <ac:chgData name="diyadiwakar411@gmail.com" userId="8a15a5550317b01c" providerId="LiveId" clId="{1BEEFC13-185C-4951-8DC7-B5E4E6279985}" dt="2026-02-24T09:02:45.732" v="230" actId="21"/>
            <ac:picMkLst>
              <pc:docMk/>
              <pc:sldMasterMk cId="0" sldId="2147483648"/>
              <pc:sldLayoutMk cId="0" sldId="2147483656"/>
              <ac:picMk id="4" creationId="{00000000-0000-0000-0000-000000000000}"/>
            </ac:picMkLst>
          </pc:picChg>
        </pc:sldLayoutChg>
        <pc:sldLayoutChg chg="delSp mod">
          <pc:chgData name="diyadiwakar411@gmail.com" userId="8a15a5550317b01c" providerId="LiveId" clId="{1BEEFC13-185C-4951-8DC7-B5E4E6279985}" dt="2026-02-24T09:02:41.630" v="229" actId="21"/>
          <pc:sldLayoutMkLst>
            <pc:docMk/>
            <pc:sldMasterMk cId="0" sldId="2147483648"/>
            <pc:sldLayoutMk cId="0" sldId="2147483657"/>
          </pc:sldLayoutMkLst>
          <pc:picChg chg="del">
            <ac:chgData name="diyadiwakar411@gmail.com" userId="8a15a5550317b01c" providerId="LiveId" clId="{1BEEFC13-185C-4951-8DC7-B5E4E6279985}" dt="2026-02-24T09:02:41.630" v="229" actId="21"/>
            <ac:picMkLst>
              <pc:docMk/>
              <pc:sldMasterMk cId="0" sldId="2147483648"/>
              <pc:sldLayoutMk cId="0" sldId="2147483657"/>
              <ac:picMk id="4" creationId="{00000000-0000-0000-0000-000000000000}"/>
            </ac:picMkLst>
          </pc:picChg>
        </pc:sldLayoutChg>
        <pc:sldLayoutChg chg="delSp mod">
          <pc:chgData name="diyadiwakar411@gmail.com" userId="8a15a5550317b01c" providerId="LiveId" clId="{1BEEFC13-185C-4951-8DC7-B5E4E6279985}" dt="2026-02-24T09:02:37.479" v="228" actId="21"/>
          <pc:sldLayoutMkLst>
            <pc:docMk/>
            <pc:sldMasterMk cId="0" sldId="2147483648"/>
            <pc:sldLayoutMk cId="0" sldId="2147483658"/>
          </pc:sldLayoutMkLst>
          <pc:picChg chg="del">
            <ac:chgData name="diyadiwakar411@gmail.com" userId="8a15a5550317b01c" providerId="LiveId" clId="{1BEEFC13-185C-4951-8DC7-B5E4E6279985}" dt="2026-02-24T09:02:37.479" v="228" actId="21"/>
            <ac:picMkLst>
              <pc:docMk/>
              <pc:sldMasterMk cId="0" sldId="2147483648"/>
              <pc:sldLayoutMk cId="0" sldId="2147483658"/>
              <ac:picMk id="4" creationId="{00000000-0000-0000-0000-000000000000}"/>
            </ac:picMkLst>
          </pc:picChg>
        </pc:sldLayoutChg>
        <pc:sldLayoutChg chg="delSp mod">
          <pc:chgData name="diyadiwakar411@gmail.com" userId="8a15a5550317b01c" providerId="LiveId" clId="{1BEEFC13-185C-4951-8DC7-B5E4E6279985}" dt="2026-02-24T09:02:32.285" v="227" actId="21"/>
          <pc:sldLayoutMkLst>
            <pc:docMk/>
            <pc:sldMasterMk cId="0" sldId="2147483648"/>
            <pc:sldLayoutMk cId="0" sldId="2147483659"/>
          </pc:sldLayoutMkLst>
          <pc:picChg chg="del">
            <ac:chgData name="diyadiwakar411@gmail.com" userId="8a15a5550317b01c" providerId="LiveId" clId="{1BEEFC13-185C-4951-8DC7-B5E4E6279985}" dt="2026-02-24T09:02:32.285" v="227" actId="21"/>
            <ac:picMkLst>
              <pc:docMk/>
              <pc:sldMasterMk cId="0" sldId="2147483648"/>
              <pc:sldLayoutMk cId="0" sldId="2147483659"/>
              <ac:picMk id="4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6074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290" y="1763955"/>
            <a:ext cx="7415927" cy="3221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u="sng" dirty="0">
                <a:solidFill>
                  <a:srgbClr val="C6BF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CRUD Web Application By Using Docker &amp; Kubernetes</a:t>
            </a:r>
            <a:endParaRPr lang="en-US" sz="43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1116700" y="4422251"/>
            <a:ext cx="7415927" cy="2363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Cloud-ready Student Management System </a:t>
            </a:r>
          </a:p>
          <a:p>
            <a:pPr marL="0" indent="0" algn="l">
              <a:lnSpc>
                <a:spcPts val="3100"/>
              </a:lnSpc>
              <a:buNone/>
            </a:pPr>
            <a:endParaRPr lang="en-US" sz="3200" dirty="0">
              <a:solidFill>
                <a:srgbClr val="DAD8E9"/>
              </a:solidFill>
              <a:latin typeface="Mukta Light" pitchFamily="34" charset="0"/>
              <a:cs typeface="Mukta Light" pitchFamily="34" charset="-120"/>
            </a:endParaRPr>
          </a:p>
          <a:p>
            <a:pPr marL="0" indent="0" algn="l">
              <a:lnSpc>
                <a:spcPts val="3100"/>
              </a:lnSpc>
              <a:buNone/>
            </a:pPr>
            <a:endParaRPr lang="en-US" sz="3200" dirty="0">
              <a:solidFill>
                <a:srgbClr val="DAD8E9"/>
              </a:solidFill>
              <a:latin typeface="Mukta Light" pitchFamily="34" charset="0"/>
              <a:cs typeface="Mukta Light" pitchFamily="34" charset="-120"/>
            </a:endParaRPr>
          </a:p>
          <a:p>
            <a:pPr marL="0" indent="0" algn="l">
              <a:lnSpc>
                <a:spcPts val="3100"/>
              </a:lnSpc>
              <a:buNone/>
            </a:pPr>
            <a:r>
              <a:rPr lang="en-US" sz="3200" dirty="0">
                <a:solidFill>
                  <a:srgbClr val="DAD8E9"/>
                </a:solidFill>
                <a:latin typeface="Mukta Light" pitchFamily="34" charset="0"/>
                <a:cs typeface="Mukta Light" pitchFamily="34" charset="-120"/>
              </a:rPr>
              <a:t>By – DIYA DIWAKAR</a:t>
            </a:r>
            <a:endParaRPr lang="en-US" sz="3200" dirty="0"/>
          </a:p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165685"/>
            <a:ext cx="4389120" cy="1248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800" b="1" u="sng" dirty="0">
                <a:solidFill>
                  <a:srgbClr val="C6BF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 Overview</a:t>
            </a:r>
            <a:endParaRPr lang="en-US" sz="4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864037" y="3784044"/>
            <a:ext cx="74159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Built a full-stack CRUD student management web app, containerized with Docker and orchestrated on Kubernetes. Demonstrates portability, reproducible deployments, and basic scaling for internship-level DevOps exposure.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05987"/>
            <a:ext cx="14630401" cy="41236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39866" y="367126"/>
            <a:ext cx="4124325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800" b="1" u="sng" dirty="0">
                <a:solidFill>
                  <a:srgbClr val="C6BF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Problem Statement</a:t>
            </a:r>
            <a:endParaRPr lang="en-US" sz="4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4439866" y="1173301"/>
            <a:ext cx="4124325" cy="3419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Inconsistent deployments across environments causing runtime errors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Manual server management and fragile setup scripts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Limited scalability for sudden load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Difficulty shipping reproducible dev/test/production artifacts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545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168" y="3454479"/>
            <a:ext cx="3917513" cy="489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 Objectives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771168" y="4238982"/>
            <a:ext cx="6445687" cy="1546979"/>
          </a:xfrm>
          <a:prstGeom prst="roundRect">
            <a:avLst>
              <a:gd name="adj" fmla="val 598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99053" y="4466868"/>
            <a:ext cx="2448401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Build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99053" y="4890849"/>
            <a:ext cx="5989915" cy="66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Implement CRUD endpoints and a responsive frontend using Flask + HTML/CSS/JS.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13427" y="4238982"/>
            <a:ext cx="6445806" cy="1546979"/>
          </a:xfrm>
          <a:prstGeom prst="roundRect">
            <a:avLst>
              <a:gd name="adj" fmla="val 598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41312" y="4466868"/>
            <a:ext cx="2448401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Containerize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641312" y="4890849"/>
            <a:ext cx="5990034" cy="66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Create a reproducible Docker image with a small, single-file SQLite DB for demo.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1168" y="5982533"/>
            <a:ext cx="6445687" cy="1546979"/>
          </a:xfrm>
          <a:prstGeom prst="roundRect">
            <a:avLst>
              <a:gd name="adj" fmla="val 598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99053" y="6210419"/>
            <a:ext cx="2448401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Orchestrate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999053" y="6634401"/>
            <a:ext cx="5989915" cy="66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Deploy on Kubernetes with a Deployment and NodePort Service for external access.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413427" y="5982533"/>
            <a:ext cx="6445806" cy="1546979"/>
          </a:xfrm>
          <a:prstGeom prst="roundRect">
            <a:avLst>
              <a:gd name="adj" fmla="val 598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641312" y="6210419"/>
            <a:ext cx="2448401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Prepare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641312" y="6634401"/>
            <a:ext cx="5990034" cy="66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Document steps and demonstrate local cluster testing (Docker Desktop).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72258" y="516969"/>
            <a:ext cx="3155275" cy="394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System Architecture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853" y="1166455"/>
            <a:ext cx="7450574" cy="5914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35864" y="3824996"/>
            <a:ext cx="1338932" cy="544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Browser to SQLite Flow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953025" y="1785641"/>
            <a:ext cx="1991899" cy="272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Browser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953025" y="2144867"/>
            <a:ext cx="1991899" cy="420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Client sends HTTP request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632908" y="1785641"/>
            <a:ext cx="1991900" cy="272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SQLite file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632908" y="2144867"/>
            <a:ext cx="1991900" cy="420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Single-instance persistent DB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32908" y="5671811"/>
            <a:ext cx="1991900" cy="272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Pod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632908" y="6031037"/>
            <a:ext cx="1991900" cy="420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Schedules container instance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53025" y="5777095"/>
            <a:ext cx="1991899" cy="272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953025" y="6136321"/>
            <a:ext cx="1991899" cy="210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Manages replica set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71476" y="3806796"/>
            <a:ext cx="2035442" cy="272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NodePort Service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671476" y="4166022"/>
            <a:ext cx="2035442" cy="210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Exposes cluster port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903571" y="3681612"/>
            <a:ext cx="2035442" cy="544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Docker Container (Flask)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903571" y="4312978"/>
            <a:ext cx="2035442" cy="210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Handles request logic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872258" y="7224355"/>
            <a:ext cx="10885765" cy="488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This architecture shows the runtime path for requests and the components responsible for orchestration, exposure, and persistence (single-file SQLite for demo purposes).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20316"/>
            <a:ext cx="4988362" cy="81092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8237" y="1722603"/>
            <a:ext cx="7275589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800" b="1" u="sng" dirty="0">
                <a:solidFill>
                  <a:srgbClr val="C6BF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Technology</a:t>
            </a:r>
            <a:r>
              <a:rPr lang="en-US" sz="4800" b="1" dirty="0">
                <a:solidFill>
                  <a:srgbClr val="C6BF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</a:t>
            </a:r>
            <a:r>
              <a:rPr lang="en-US" sz="4800" b="1" u="sng" dirty="0">
                <a:solidFill>
                  <a:srgbClr val="C6BF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Stack</a:t>
            </a:r>
            <a:endParaRPr lang="en-US" sz="4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6048237" y="2987171"/>
            <a:ext cx="8175665" cy="2801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Backend: Python Flask — lightweight REST + templates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Frontend: HTML/CSS/JS — simple responsive UI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DB: SQLite — file-based, suitable for demo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Containers: Docker — Dockerfile for image build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Orchestration: Kubernetes — Deployment + Service (NodePort)</a:t>
            </a:r>
            <a:endParaRPr lang="en-US" sz="1900" dirty="0"/>
          </a:p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Local cluster: Docker Desktop (single-node)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430536"/>
            <a:ext cx="4650224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800" b="1" u="sng" dirty="0">
                <a:solidFill>
                  <a:srgbClr val="C6BF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Implementation Steps</a:t>
            </a:r>
            <a:endParaRPr lang="en-US" sz="4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864037" y="2472809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4037" y="2861905"/>
            <a:ext cx="6327696" cy="30480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4037" y="304621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1. App Development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864037" y="3537228"/>
            <a:ext cx="632769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Implemented CRUD routes, templates, and server-side validation in Flask.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38549" y="2472809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438549" y="2861905"/>
            <a:ext cx="6327815" cy="30480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38549" y="304621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2. Docker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7438549" y="3537228"/>
            <a:ext cx="632781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Wrote Dockerfile, created image, and tested container locally.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4037" y="4759285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64037" y="5148382"/>
            <a:ext cx="6327696" cy="30480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4037" y="533269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3. K8s Manifests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864037" y="5823704"/>
            <a:ext cx="632769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Created deployment.yaml and service.yaml with containerPort 5000 and NodePort mapping.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438549" y="4759285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04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438549" y="5148382"/>
            <a:ext cx="6327815" cy="30480"/>
          </a:xfrm>
          <a:prstGeom prst="rect">
            <a:avLst/>
          </a:prstGeom>
          <a:solidFill>
            <a:srgbClr val="A95B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38549" y="533269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4. Deploy &amp; Verify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7438549" y="5823704"/>
            <a:ext cx="632781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Applied manifests, confirmed Pod and Service status, and accessed the app via NodePort / port-forward for demos.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27276" y="413619"/>
            <a:ext cx="9236650" cy="548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4800" b="1" u="sng" dirty="0">
                <a:solidFill>
                  <a:srgbClr val="C6BFE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Features &amp; Demo Output</a:t>
            </a:r>
            <a:endParaRPr lang="en-US" sz="4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395" y="1481694"/>
            <a:ext cx="900827" cy="5567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2001" y="136328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Add Student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1449119" y="1677023"/>
            <a:ext cx="2885599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Form validates input and inserts a record into the SQLite DB via Flask endpoint.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6201" y="1295320"/>
            <a:ext cx="900827" cy="5567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40262" y="135198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View &amp; Delete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5140262" y="1706181"/>
            <a:ext cx="2885599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List view shows students; delete action removes row and updates UI without full reload.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6685" y="1245063"/>
            <a:ext cx="900827" cy="5567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09911" y="123078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Runtime Status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8909911" y="1523431"/>
            <a:ext cx="2885599" cy="2055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Docker image runs in a Pod; kubectl shows Pod/Service up. Use port-forward or NodePort to access externally.</a:t>
            </a:r>
            <a:endParaRPr lang="en-US" sz="1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5D86E7-B9B7-8680-075F-A4CB000CE3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615950"/>
            <a:ext cx="14630400" cy="4613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7815" y="699254"/>
            <a:ext cx="5198388" cy="534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Conclusion &amp; Next Steps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6327815" y="1584603"/>
            <a:ext cx="7461171" cy="1138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Summary: Successfully containerized a Flask CRUD app and deployed it to Kubernetes (local cluster), validating orchestration and exposure via NodePort. The demo proves portability and basic scaling concepts.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6327815" y="2986683"/>
            <a:ext cx="3613547" cy="2534364"/>
          </a:xfrm>
          <a:prstGeom prst="roundRect">
            <a:avLst>
              <a:gd name="adj" fmla="val 3985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98682" y="3257550"/>
            <a:ext cx="2671405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Immediate Next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98682" y="3731895"/>
            <a:ext cx="3071813" cy="1138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Introduce persistent volumes and move DB to managed service (RDS / Cloud SQL).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10175438" y="2986683"/>
            <a:ext cx="3613547" cy="2534364"/>
          </a:xfrm>
          <a:prstGeom prst="roundRect">
            <a:avLst>
              <a:gd name="adj" fmla="val 3985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446306" y="3257550"/>
            <a:ext cx="2671405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Medium Term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446306" y="3731895"/>
            <a:ext cx="3071813" cy="1518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Add authentication, config with Secrets, and CI/CD pipeline for automated builds and deployments.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6327815" y="5755124"/>
            <a:ext cx="7461171" cy="1775222"/>
          </a:xfrm>
          <a:prstGeom prst="roundRect">
            <a:avLst>
              <a:gd name="adj" fmla="val 568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98682" y="6025991"/>
            <a:ext cx="2671405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Long Term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598682" y="6500336"/>
            <a:ext cx="6919436" cy="759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Refactor into microservices, deploy to cloud provider (AWS/GCP), and enable autoscaling with metrics.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508</Words>
  <Application>Microsoft Office PowerPoint</Application>
  <PresentationFormat>Custom</PresentationFormat>
  <Paragraphs>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Prompt Medium</vt:lpstr>
      <vt:lpstr>Arial</vt:lpstr>
      <vt:lpstr>Prompt Light</vt:lpstr>
      <vt:lpstr>Mukta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diyadiwakar411@gmail.com</cp:lastModifiedBy>
  <cp:revision>1</cp:revision>
  <dcterms:created xsi:type="dcterms:W3CDTF">2026-02-23T19:11:31Z</dcterms:created>
  <dcterms:modified xsi:type="dcterms:W3CDTF">2026-02-25T03:15:48Z</dcterms:modified>
</cp:coreProperties>
</file>